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110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86C6-9704-2A89-8077-D60E68F8E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B93DA-E41B-FA92-F8DA-5791A3681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7E19E-53A9-3E91-730B-464094FB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10341-BA55-D3EF-8229-E2C706991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DA84D-1CA0-8BC8-FF8C-758E55F4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4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5EA86-770C-4EF5-7565-A4633BF9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DF5AF-F3BD-2A13-1BA6-03B8D4682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412F0-EAEF-30F1-2E12-8849C83B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07D8F-0450-98AD-CC56-B9130428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90CDF-8EC0-451E-8326-E5B5C50F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6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8D2C9-8CB1-F373-3A8B-2EE459AE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9DB82-1033-D7A9-B5B9-74966EFC7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AF8A-F195-8BDD-8E77-F6A862C6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04C8D-9D3A-D150-E3B6-2E4BCA89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83965-D922-1056-63C6-B1E8FC8C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5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8D82-1758-A365-6B49-98F5B5C7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79731-582D-08EB-4799-3C6E6869F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8F78F-F9CE-6BFE-A010-F253E04FD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87BFF-FC5F-15AB-6FC1-63818FA1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151CB-D507-39A9-38F5-B15F064D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71CC6-E129-8521-A14E-BBE1EA03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9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A37D-36C3-5F9B-9E86-407D8165E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BF814-4FC3-F18A-8BAC-2B5245404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E24FB-CBCD-A585-5291-53AA18294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8EF59-EA13-6556-143C-0C9414E51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F142C-BC33-3A96-575D-217507C78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2898CD-35B0-2B71-B3CB-74BBA5C6D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6A7DDA-7F37-A8BA-ABF7-F816CC671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09201A-13D4-E416-D52B-CB653B42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17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57B5-E59B-2786-5659-1EBD2BF7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0BF22-3CA3-2613-BB07-22A0FD151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4346C-8489-6DA7-B17E-EFB113DD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6DE83-9A2B-9FEF-9789-57AE1081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8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CA6B9-F648-D5C3-F6B2-725884BF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20BDA-F882-694E-3DDE-56FD48C1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2C418-4A38-D8F6-E2F3-05CBE2C2B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8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9BFF-4E14-F814-C413-8F596723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258E1-9A8F-56C9-26E6-B7CC63E9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B4054-A48E-81F0-9F9F-07C0A7BAB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134D2-50C5-4C40-2DB9-D1976B6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F60D0-5EFB-F289-DB24-9D1FA8612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7F263-4D9C-9D31-A523-98027232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D5130-6621-6EC8-C059-F91C5795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117C0-3C58-1557-E344-F47CCE9E4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75192-2647-E24C-6846-AA4884D1C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A3AD0-3974-FD8D-2E08-C6D505F3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9AA78-3BD8-8BC1-A2E5-8C00705A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C971F-6726-12B5-E885-0C700EBC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5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4735-3C9C-CBD7-F936-07812B0F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EEBBC-D2F3-DFF5-4C3B-954364EE4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38359-DE5A-B8EA-1F53-9EFAD6951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0A2DB-1E05-E83A-9110-4EEDC059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9EBAE-C42F-7D2F-04A6-DFBEE175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4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8D3E1-F479-F2F7-B710-498A90B2C9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9F4FA-A33F-989A-E4D3-9A16B3C5B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164E2-29D8-A9D2-6BC9-F18C2CDE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4E045-F1B6-BD8F-9106-3B317EB2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F1C4E-FD0B-AA84-77E8-7023F5E0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11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E87B95-863B-C5EC-20CC-1B42316C3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B9AE4-8E6F-BD9F-811C-F0FDC75EC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27637-977A-6BC5-1E24-2CCBFB93E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58C5F-8ED9-4F4D-8C09-49BF60FFA0E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D0693-E718-82C6-549D-4E7DB4141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E4D10-B352-4475-6E44-DDB76B18F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D356A-7F24-4384-937B-93F388465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6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602C96E-4451-87C5-4B91-E31BC244E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6151" y="425119"/>
            <a:ext cx="2918670" cy="388616"/>
          </a:xfrm>
        </p:spPr>
        <p:txBody>
          <a:bodyPr>
            <a:normAutofit/>
          </a:bodyPr>
          <a:lstStyle/>
          <a:p>
            <a:r>
              <a:rPr lang="en-US" sz="1800" dirty="0"/>
              <a:t>Within                    miles of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607C81F-DA56-6D10-178D-2D09FB0E323E}"/>
              </a:ext>
            </a:extLst>
          </p:cNvPr>
          <p:cNvSpPr txBox="1">
            <a:spLocks/>
          </p:cNvSpPr>
          <p:nvPr/>
        </p:nvSpPr>
        <p:spPr>
          <a:xfrm>
            <a:off x="1941856" y="2225595"/>
            <a:ext cx="2339162" cy="449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/>
              <a:t>Date Range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D056DFD-3F3B-28B6-C36E-477B50C3EBFC}"/>
              </a:ext>
            </a:extLst>
          </p:cNvPr>
          <p:cNvSpPr txBox="1">
            <a:spLocks/>
          </p:cNvSpPr>
          <p:nvPr/>
        </p:nvSpPr>
        <p:spPr>
          <a:xfrm>
            <a:off x="1927541" y="3970439"/>
            <a:ext cx="1737838" cy="408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More Filters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2BDC64-5FE8-E578-1456-8D3D635E3E55}"/>
              </a:ext>
            </a:extLst>
          </p:cNvPr>
          <p:cNvSpPr/>
          <p:nvPr/>
        </p:nvSpPr>
        <p:spPr>
          <a:xfrm>
            <a:off x="4432735" y="404801"/>
            <a:ext cx="1071153" cy="369332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zip code</a:t>
            </a:r>
          </a:p>
        </p:txBody>
      </p:sp>
      <p:sp>
        <p:nvSpPr>
          <p:cNvPr id="10" name="Flowchart: Summing Junction 9">
            <a:extLst>
              <a:ext uri="{FF2B5EF4-FFF2-40B4-BE49-F238E27FC236}">
                <a16:creationId xmlns:a16="http://schemas.microsoft.com/office/drawing/2014/main" id="{AC246210-764D-2E5B-87F4-2475C4B95F6A}"/>
              </a:ext>
            </a:extLst>
          </p:cNvPr>
          <p:cNvSpPr/>
          <p:nvPr/>
        </p:nvSpPr>
        <p:spPr>
          <a:xfrm>
            <a:off x="2126521" y="842890"/>
            <a:ext cx="242172" cy="241204"/>
          </a:xfrm>
          <a:prstGeom prst="flowChartSummingJuncti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FBAC47-B5E3-5C08-50A7-7173AFD12DC9}"/>
              </a:ext>
            </a:extLst>
          </p:cNvPr>
          <p:cNvSpPr/>
          <p:nvPr/>
        </p:nvSpPr>
        <p:spPr>
          <a:xfrm>
            <a:off x="3108767" y="3142558"/>
            <a:ext cx="1469416" cy="473614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12-05-2025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D02815-BAE2-FFFF-29DA-2DE84000DDA6}"/>
              </a:ext>
            </a:extLst>
          </p:cNvPr>
          <p:cNvSpPr/>
          <p:nvPr/>
        </p:nvSpPr>
        <p:spPr>
          <a:xfrm>
            <a:off x="3108767" y="2636483"/>
            <a:ext cx="1469416" cy="473614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12-04-2025</a:t>
            </a:r>
          </a:p>
        </p:txBody>
      </p:sp>
      <p:sp>
        <p:nvSpPr>
          <p:cNvPr id="14" name="Flowchart: Manual Operation 13">
            <a:extLst>
              <a:ext uri="{FF2B5EF4-FFF2-40B4-BE49-F238E27FC236}">
                <a16:creationId xmlns:a16="http://schemas.microsoft.com/office/drawing/2014/main" id="{11F14352-2683-CF0B-8492-0D5850693FCD}"/>
              </a:ext>
            </a:extLst>
          </p:cNvPr>
          <p:cNvSpPr/>
          <p:nvPr/>
        </p:nvSpPr>
        <p:spPr>
          <a:xfrm>
            <a:off x="3506380" y="4025715"/>
            <a:ext cx="300089" cy="204132"/>
          </a:xfrm>
          <a:prstGeom prst="flowChartManualOperati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319C65-1EC4-7950-2049-B4797763DF7D}"/>
              </a:ext>
            </a:extLst>
          </p:cNvPr>
          <p:cNvSpPr/>
          <p:nvPr/>
        </p:nvSpPr>
        <p:spPr>
          <a:xfrm>
            <a:off x="2763929" y="350754"/>
            <a:ext cx="446062" cy="473614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89EE4-8254-0D39-E1FA-7D68EF033A7A}"/>
              </a:ext>
            </a:extLst>
          </p:cNvPr>
          <p:cNvSpPr txBox="1"/>
          <p:nvPr/>
        </p:nvSpPr>
        <p:spPr>
          <a:xfrm>
            <a:off x="2347428" y="792201"/>
            <a:ext cx="2339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my location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C13F2A-B45E-36F3-ADB8-D713775E6851}"/>
              </a:ext>
            </a:extLst>
          </p:cNvPr>
          <p:cNvGrpSpPr/>
          <p:nvPr/>
        </p:nvGrpSpPr>
        <p:grpSpPr>
          <a:xfrm>
            <a:off x="3289759" y="431243"/>
            <a:ext cx="304666" cy="323485"/>
            <a:chOff x="4572818" y="102324"/>
            <a:chExt cx="304666" cy="323485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3E78CD9F-852D-169F-0F03-77D32AFAA02C}"/>
                </a:ext>
              </a:extLst>
            </p:cNvPr>
            <p:cNvSpPr/>
            <p:nvPr/>
          </p:nvSpPr>
          <p:spPr>
            <a:xfrm rot="10800000">
              <a:off x="4589142" y="150172"/>
              <a:ext cx="253354" cy="254830"/>
            </a:xfrm>
            <a:prstGeom prst="triangl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337B641-F3A5-E04F-23A6-B11DB9C79CA2}"/>
                </a:ext>
              </a:extLst>
            </p:cNvPr>
            <p:cNvSpPr/>
            <p:nvPr/>
          </p:nvSpPr>
          <p:spPr>
            <a:xfrm>
              <a:off x="4572818" y="102324"/>
              <a:ext cx="304666" cy="323485"/>
            </a:xfrm>
            <a:prstGeom prst="roundRect">
              <a:avLst>
                <a:gd name="adj" fmla="val 4179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Subtitle 2">
            <a:extLst>
              <a:ext uri="{FF2B5EF4-FFF2-40B4-BE49-F238E27FC236}">
                <a16:creationId xmlns:a16="http://schemas.microsoft.com/office/drawing/2014/main" id="{2BA42F2A-AD2A-65F8-1637-CAF37F7D1F2E}"/>
              </a:ext>
            </a:extLst>
          </p:cNvPr>
          <p:cNvSpPr txBox="1">
            <a:spLocks/>
          </p:cNvSpPr>
          <p:nvPr/>
        </p:nvSpPr>
        <p:spPr>
          <a:xfrm>
            <a:off x="2443121" y="2758529"/>
            <a:ext cx="1356553" cy="340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/>
              <a:t>Start: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F72A67D4-8CE5-5DC6-ED8D-BE0F4B76CA49}"/>
              </a:ext>
            </a:extLst>
          </p:cNvPr>
          <p:cNvSpPr txBox="1">
            <a:spLocks/>
          </p:cNvSpPr>
          <p:nvPr/>
        </p:nvSpPr>
        <p:spPr>
          <a:xfrm>
            <a:off x="2470140" y="3229228"/>
            <a:ext cx="1195238" cy="359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/>
              <a:t>End: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BE3404-DC8E-6C0C-38AE-C2CB91C1F211}"/>
              </a:ext>
            </a:extLst>
          </p:cNvPr>
          <p:cNvSpPr/>
          <p:nvPr/>
        </p:nvSpPr>
        <p:spPr>
          <a:xfrm>
            <a:off x="5970049" y="260307"/>
            <a:ext cx="6027527" cy="473614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Search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E0FEB2E-1643-0298-5E3A-1E4377C011AF}"/>
              </a:ext>
            </a:extLst>
          </p:cNvPr>
          <p:cNvSpPr txBox="1">
            <a:spLocks/>
          </p:cNvSpPr>
          <p:nvPr/>
        </p:nvSpPr>
        <p:spPr>
          <a:xfrm>
            <a:off x="1914862" y="124142"/>
            <a:ext cx="2339162" cy="449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/>
              <a:t>Location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30AF50-63AC-816F-2B20-EE440439B3C1}"/>
              </a:ext>
            </a:extLst>
          </p:cNvPr>
          <p:cNvSpPr txBox="1"/>
          <p:nvPr/>
        </p:nvSpPr>
        <p:spPr>
          <a:xfrm>
            <a:off x="59006" y="1011486"/>
            <a:ext cx="1644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Drop down with options:</a:t>
            </a:r>
          </a:p>
          <a:p>
            <a:r>
              <a:rPr lang="en-US" dirty="0">
                <a:solidFill>
                  <a:srgbClr val="C00000"/>
                </a:solidFill>
              </a:rPr>
              <a:t>- 25 miles</a:t>
            </a:r>
          </a:p>
          <a:p>
            <a:r>
              <a:rPr lang="en-US" dirty="0">
                <a:solidFill>
                  <a:srgbClr val="C00000"/>
                </a:solidFill>
              </a:rPr>
              <a:t>- 100 miles</a:t>
            </a:r>
          </a:p>
          <a:p>
            <a:r>
              <a:rPr lang="en-US" dirty="0">
                <a:solidFill>
                  <a:srgbClr val="C00000"/>
                </a:solidFill>
              </a:rPr>
              <a:t>- United States</a:t>
            </a:r>
          </a:p>
          <a:p>
            <a:r>
              <a:rPr lang="en-US" dirty="0">
                <a:solidFill>
                  <a:srgbClr val="C00000"/>
                </a:solidFill>
              </a:rPr>
              <a:t>- Worldwide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4E6E1E-D0EC-F8A0-5E25-AB2692973AEC}"/>
              </a:ext>
            </a:extLst>
          </p:cNvPr>
          <p:cNvCxnSpPr>
            <a:cxnSpLocks/>
            <a:stCxn id="24" idx="3"/>
            <a:endCxn id="8" idx="0"/>
          </p:cNvCxnSpPr>
          <p:nvPr/>
        </p:nvCxnSpPr>
        <p:spPr>
          <a:xfrm flipV="1">
            <a:off x="1703566" y="733921"/>
            <a:ext cx="1729194" cy="11547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083106F-185C-4686-73CE-C7F6ADB4FAEC}"/>
              </a:ext>
            </a:extLst>
          </p:cNvPr>
          <p:cNvSpPr txBox="1"/>
          <p:nvPr/>
        </p:nvSpPr>
        <p:spPr>
          <a:xfrm>
            <a:off x="-97461" y="3056632"/>
            <a:ext cx="2113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Click on the dates to get a calendar to limit search by event dates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1125E3D-85F3-0F57-BAF7-E2E6C37349DF}"/>
              </a:ext>
            </a:extLst>
          </p:cNvPr>
          <p:cNvCxnSpPr>
            <a:cxnSpLocks/>
            <a:stCxn id="30" idx="3"/>
            <a:endCxn id="13" idx="1"/>
          </p:cNvCxnSpPr>
          <p:nvPr/>
        </p:nvCxnSpPr>
        <p:spPr>
          <a:xfrm flipV="1">
            <a:off x="2015626" y="2873290"/>
            <a:ext cx="1093141" cy="7835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4EEA283-094C-A499-2016-8E2FEC874763}"/>
              </a:ext>
            </a:extLst>
          </p:cNvPr>
          <p:cNvSpPr txBox="1"/>
          <p:nvPr/>
        </p:nvSpPr>
        <p:spPr>
          <a:xfrm>
            <a:off x="10991666" y="87590"/>
            <a:ext cx="1149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Search box for keywords, </a:t>
            </a:r>
            <a:r>
              <a:rPr lang="en-US" dirty="0" err="1">
                <a:solidFill>
                  <a:srgbClr val="C00000"/>
                </a:solidFill>
              </a:rPr>
              <a:t>etc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C302926-6AE1-023C-498D-1308A6F607AA}"/>
              </a:ext>
            </a:extLst>
          </p:cNvPr>
          <p:cNvSpPr/>
          <p:nvPr/>
        </p:nvSpPr>
        <p:spPr>
          <a:xfrm>
            <a:off x="5858596" y="1089581"/>
            <a:ext cx="1388223" cy="1395103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AI-generated Image/Icon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A160C9B-B33E-B04D-B452-9FDF5ED85479}"/>
              </a:ext>
            </a:extLst>
          </p:cNvPr>
          <p:cNvSpPr/>
          <p:nvPr/>
        </p:nvSpPr>
        <p:spPr>
          <a:xfrm>
            <a:off x="7246697" y="1089582"/>
            <a:ext cx="4894522" cy="1395103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EVENT TITLE A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Dates: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April 4, 2006 to April 8, 2026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Organization: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u="sng" dirty="0">
                <a:solidFill>
                  <a:srgbClr val="0070C0"/>
                </a:solidFill>
              </a:rPr>
              <a:t>Org Name 1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Location: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Seattle, WA</a:t>
            </a:r>
          </a:p>
          <a:p>
            <a:r>
              <a:rPr lang="en-US" u="sng" dirty="0">
                <a:solidFill>
                  <a:srgbClr val="0070C0"/>
                </a:solidFill>
              </a:rPr>
              <a:t>Register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6636AA-956E-72DF-BFFC-F9C7C4A06854}"/>
              </a:ext>
            </a:extLst>
          </p:cNvPr>
          <p:cNvSpPr txBox="1"/>
          <p:nvPr/>
        </p:nvSpPr>
        <p:spPr>
          <a:xfrm>
            <a:off x="134520" y="5097491"/>
            <a:ext cx="2113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Pops out window with other filters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AFF17C3-65AE-E7DE-BFD2-AB9B4D3C5900}"/>
              </a:ext>
            </a:extLst>
          </p:cNvPr>
          <p:cNvSpPr/>
          <p:nvPr/>
        </p:nvSpPr>
        <p:spPr>
          <a:xfrm>
            <a:off x="5883404" y="2571054"/>
            <a:ext cx="1388223" cy="1395103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AI-generated Image/Icon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0C03705-97D9-846C-5526-97DBA40DE994}"/>
              </a:ext>
            </a:extLst>
          </p:cNvPr>
          <p:cNvSpPr/>
          <p:nvPr/>
        </p:nvSpPr>
        <p:spPr>
          <a:xfrm>
            <a:off x="7271505" y="2571055"/>
            <a:ext cx="4894522" cy="1395103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EVENT TITLE B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Dates: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April 4, 2006 to April 8, 2026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Organization: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u="sng" dirty="0">
                <a:solidFill>
                  <a:srgbClr val="0070C0"/>
                </a:solidFill>
              </a:rPr>
              <a:t>Org Name 2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Location: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Arlington, VA</a:t>
            </a:r>
          </a:p>
          <a:p>
            <a:r>
              <a:rPr lang="en-US" u="sng" dirty="0">
                <a:solidFill>
                  <a:srgbClr val="0070C0"/>
                </a:solidFill>
              </a:rPr>
              <a:t>Register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2DFDB4D-0FE2-63DA-FDD1-88A4B995A4F8}"/>
              </a:ext>
            </a:extLst>
          </p:cNvPr>
          <p:cNvSpPr/>
          <p:nvPr/>
        </p:nvSpPr>
        <p:spPr>
          <a:xfrm>
            <a:off x="5876314" y="4137583"/>
            <a:ext cx="1388223" cy="1395103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AI-generated Image/Icon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62B94DE-386F-5896-EFFA-365EA689A3D1}"/>
              </a:ext>
            </a:extLst>
          </p:cNvPr>
          <p:cNvSpPr/>
          <p:nvPr/>
        </p:nvSpPr>
        <p:spPr>
          <a:xfrm>
            <a:off x="7264415" y="4137584"/>
            <a:ext cx="4894522" cy="1395103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EVENT TITLE C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Dates: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April 4, 2006 to April 8, 2026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Organization: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u="sng" dirty="0">
                <a:solidFill>
                  <a:srgbClr val="0070C0"/>
                </a:solidFill>
              </a:rPr>
              <a:t>Org Name 3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Location: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Washington, DC</a:t>
            </a:r>
          </a:p>
          <a:p>
            <a:r>
              <a:rPr lang="en-US" u="sng" dirty="0">
                <a:solidFill>
                  <a:srgbClr val="0070C0"/>
                </a:solidFill>
              </a:rPr>
              <a:t>Register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1D33438-0AF9-8424-9A77-BF3FA99830D7}"/>
              </a:ext>
            </a:extLst>
          </p:cNvPr>
          <p:cNvSpPr/>
          <p:nvPr/>
        </p:nvSpPr>
        <p:spPr>
          <a:xfrm>
            <a:off x="5890488" y="5640318"/>
            <a:ext cx="1388223" cy="1395103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AI-generated Image/Icon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D5D0B59-FE6B-C9F5-1BDE-8886AE2F59C3}"/>
              </a:ext>
            </a:extLst>
          </p:cNvPr>
          <p:cNvSpPr/>
          <p:nvPr/>
        </p:nvSpPr>
        <p:spPr>
          <a:xfrm>
            <a:off x="7278589" y="5640319"/>
            <a:ext cx="4894522" cy="1395103"/>
          </a:xfrm>
          <a:prstGeom prst="roundRect">
            <a:avLst>
              <a:gd name="adj" fmla="val 4179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EVENT TITLE C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Dates: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April 4, 2006 to April 8, 2026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Organization: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u="sng" dirty="0">
                <a:solidFill>
                  <a:srgbClr val="0070C0"/>
                </a:solidFill>
              </a:rPr>
              <a:t>Org Name 4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Location: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San Diego, CA</a:t>
            </a:r>
          </a:p>
          <a:p>
            <a:r>
              <a:rPr lang="en-US" u="sng" dirty="0">
                <a:solidFill>
                  <a:srgbClr val="0070C0"/>
                </a:solidFill>
              </a:rPr>
              <a:t>Register</a:t>
            </a:r>
          </a:p>
        </p:txBody>
      </p:sp>
    </p:spTree>
    <p:extLst>
      <p:ext uri="{BB962C8B-B14F-4D97-AF65-F5344CB8AC3E}">
        <p14:creationId xmlns:p14="http://schemas.microsoft.com/office/powerpoint/2010/main" val="4023250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180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Taylor</dc:creator>
  <cp:lastModifiedBy>Matthew Taylor</cp:lastModifiedBy>
  <cp:revision>1</cp:revision>
  <dcterms:created xsi:type="dcterms:W3CDTF">2025-12-05T00:26:21Z</dcterms:created>
  <dcterms:modified xsi:type="dcterms:W3CDTF">2025-12-05T01:03:10Z</dcterms:modified>
</cp:coreProperties>
</file>