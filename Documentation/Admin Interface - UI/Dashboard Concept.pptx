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63" d="100"/>
          <a:sy n="63" d="100"/>
        </p:scale>
        <p:origin x="758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9A7DC9-A113-5BFF-B3A9-87ED636E569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AB4A41B-D3D8-02BF-38AA-9220B3DC0D6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D15E7E-ACA9-2CB2-1346-FC747D27C6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EF7FF1E-57A3-5828-26FE-7ABC3B6064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85D78CB-AC5B-56B2-10A4-828EE202F6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593075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3566361-3521-F400-2AA6-8DECAB9EF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1602FB-02A5-9153-7519-35D6394B61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01298CB-A5DC-5319-FC9F-5E21B1509B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08E153-1FF8-D560-8B25-9744968F69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F4B91C-6ED4-47E6-52B3-E9374001D8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71147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6B920F-80FB-E190-2AB1-0CDBEBB3E1D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DF3EDA-E6A3-BEBC-7093-8F6E2E9D5AD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E434E87-2C86-FF88-20A2-3FEC6869DF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2D6521-23B5-E0F3-74E0-0527B0570E7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5AF845C-7B09-339C-84C7-A13BDFE0DB7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6308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FBB08E-4376-FB8B-A754-914F0345DBB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F9B85F-1A5F-DEF4-4166-CFAF120B537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B02E87-C4E5-19EC-6675-CDE4A48F589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35147C-DE44-3DD6-23CF-FCE35C48F14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B56F3E4-9A4B-A92C-0332-FE75CCE333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593B19E-94B1-1150-1330-0D4D182770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617951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1D7AA9-023C-173E-45A5-B9C9119AD5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2B1551-7FA8-C546-7553-B9574ED711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D7A3C4-6FE5-5127-96C9-8CD624E30E4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7949FBB-99EE-378D-81FB-F79286CC3F7E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49E6F9CD-901B-C47F-CC13-113140BFBAE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ADDE48-4C2B-D787-0C16-2856AF9DD3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A092728-5B69-FB68-CB81-FDB13CE5043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7F87D-2E4C-0BB1-879F-B34C9C2E88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4961573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BCBB5A4-6756-4FBE-7D2B-0CD7E029770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E692CEA-CE92-C926-4184-F93BC34193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22FF99C-098C-B2C4-CC62-2C0D98515C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8209DB9-6892-2768-5341-46C3DAA1C9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972827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2C8978A-406F-2D4B-5A62-18587FDE7A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C2235A-A334-725E-EB78-9395E4E5CE9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7A2146-B5EB-E72B-259B-3520952F92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573543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1920BE-4346-4B1D-75F9-856EEE9CC6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388F386-9D2D-F147-B38A-91D926DD208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F1CEB8-D359-3517-118A-5EF731432C2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8F15B7-5BFC-B772-4615-14121FC46B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87DB2AA-8033-703B-FCAD-6F9C5CE238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251EBB4-8646-71DE-263B-76DADEA6083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3883520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90DD26-1C22-088A-3863-8F6DB9AEBEA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C08FC0-9F61-D8A4-C949-0F280D7AEF2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F17DF7-B5F8-551B-1050-F9B72720172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03431AA-A070-B547-D970-E69919332E1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28FB2C-77E9-49DC-543E-F4F17559EA5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F634D3B-991E-DF98-295E-C1F0B84357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4409582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F638E6-F2B5-C8C9-C2C3-40C82020B6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36A71F-1114-02AC-D19F-84D6382366B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2887B1-7CA0-9B64-58C6-E19BB9F36D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2FB7345-F48E-2E3B-464F-071F1440D1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42832C8-D4F1-6E41-3DD1-2A8FDB394A4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8730255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85A9F2A-9A38-48DE-E209-FBE57D3ECE9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DDBF4D5-744E-9B3B-9A91-3E8E5222B0F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D132ACF-1824-C23E-EEF1-E3D45049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ED3D04-1334-C877-DD42-5EFB651D4A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C4E58D7-B155-8641-5900-44B681615E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423996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B4CA2C2-B9E5-AACE-3CB7-DE13BA8253A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3E732DA-E71C-16A6-A3F3-73A1AA6DD3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422EFE0-88D6-1A1A-33D3-7548532CF37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4CAE4C4-5C37-4E21-BA44-3F65C759C6CD}" type="datetimeFigureOut">
              <a:rPr lang="en-US" smtClean="0"/>
              <a:t>1/24/2026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4A8CF-D852-B34A-81C6-D4881D5966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7541BB5-B634-C3EC-D89A-9CC8217D225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EE040BD-9156-4315-98E8-D8F16763FC36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52755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" name="Group 20">
            <a:extLst>
              <a:ext uri="{FF2B5EF4-FFF2-40B4-BE49-F238E27FC236}">
                <a16:creationId xmlns:a16="http://schemas.microsoft.com/office/drawing/2014/main" id="{F87E847F-40EA-0E36-3157-345CF2005528}"/>
              </a:ext>
            </a:extLst>
          </p:cNvPr>
          <p:cNvGrpSpPr/>
          <p:nvPr/>
        </p:nvGrpSpPr>
        <p:grpSpPr>
          <a:xfrm>
            <a:off x="599440" y="205744"/>
            <a:ext cx="11450324" cy="6754368"/>
            <a:chOff x="599440" y="205744"/>
            <a:chExt cx="11450324" cy="6754368"/>
          </a:xfrm>
        </p:grpSpPr>
        <p:sp>
          <p:nvSpPr>
            <p:cNvPr id="4" name="Rectangle 3">
              <a:extLst>
                <a:ext uri="{FF2B5EF4-FFF2-40B4-BE49-F238E27FC236}">
                  <a16:creationId xmlns:a16="http://schemas.microsoft.com/office/drawing/2014/main" id="{BD6D9449-BBBD-4748-E0FD-5A59551CAEF5}"/>
                </a:ext>
              </a:extLst>
            </p:cNvPr>
            <p:cNvSpPr/>
            <p:nvPr/>
          </p:nvSpPr>
          <p:spPr>
            <a:xfrm>
              <a:off x="629920" y="205744"/>
              <a:ext cx="2438400" cy="621792"/>
            </a:xfrm>
            <a:prstGeom prst="rect">
              <a:avLst/>
            </a:prstGeom>
            <a:solidFill>
              <a:schemeClr val="tx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dirty="0"/>
                <a:t>Total Organizations</a:t>
              </a:r>
            </a:p>
          </p:txBody>
        </p:sp>
        <p:sp>
          <p:nvSpPr>
            <p:cNvPr id="5" name="Rectangle 4">
              <a:extLst>
                <a:ext uri="{FF2B5EF4-FFF2-40B4-BE49-F238E27FC236}">
                  <a16:creationId xmlns:a16="http://schemas.microsoft.com/office/drawing/2014/main" id="{A913DE24-B376-1003-AABE-8AB7ED0D793A}"/>
                </a:ext>
              </a:extLst>
            </p:cNvPr>
            <p:cNvSpPr/>
            <p:nvPr/>
          </p:nvSpPr>
          <p:spPr>
            <a:xfrm>
              <a:off x="6339842" y="205744"/>
              <a:ext cx="2438400" cy="6217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dirty="0"/>
                <a:t>Events</a:t>
              </a:r>
            </a:p>
          </p:txBody>
        </p:sp>
        <p:sp>
          <p:nvSpPr>
            <p:cNvPr id="6" name="Rectangle 5">
              <a:extLst>
                <a:ext uri="{FF2B5EF4-FFF2-40B4-BE49-F238E27FC236}">
                  <a16:creationId xmlns:a16="http://schemas.microsoft.com/office/drawing/2014/main" id="{EE9B560B-F5A3-7681-DE58-BF8E9BCB52A6}"/>
                </a:ext>
              </a:extLst>
            </p:cNvPr>
            <p:cNvSpPr/>
            <p:nvPr/>
          </p:nvSpPr>
          <p:spPr>
            <a:xfrm>
              <a:off x="629920" y="1028704"/>
              <a:ext cx="2438400" cy="9448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dirty="0"/>
                <a:t>Nominated (Pending Mission Approval)</a:t>
              </a:r>
            </a:p>
          </p:txBody>
        </p:sp>
        <p:sp>
          <p:nvSpPr>
            <p:cNvPr id="7" name="Rectangle 6">
              <a:extLst>
                <a:ext uri="{FF2B5EF4-FFF2-40B4-BE49-F238E27FC236}">
                  <a16:creationId xmlns:a16="http://schemas.microsoft.com/office/drawing/2014/main" id="{61672178-5867-5178-E390-A8CF4EF22900}"/>
                </a:ext>
              </a:extLst>
            </p:cNvPr>
            <p:cNvSpPr/>
            <p:nvPr/>
          </p:nvSpPr>
          <p:spPr>
            <a:xfrm>
              <a:off x="629920" y="2174752"/>
              <a:ext cx="2438400" cy="944880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dirty="0"/>
                <a:t>Mission Approved (Request Not Sent)</a:t>
              </a:r>
            </a:p>
          </p:txBody>
        </p:sp>
        <p:sp>
          <p:nvSpPr>
            <p:cNvPr id="8" name="Rectangle 7">
              <a:extLst>
                <a:ext uri="{FF2B5EF4-FFF2-40B4-BE49-F238E27FC236}">
                  <a16:creationId xmlns:a16="http://schemas.microsoft.com/office/drawing/2014/main" id="{94FB7319-5E2E-AC3B-CBFD-D93543222010}"/>
                </a:ext>
              </a:extLst>
            </p:cNvPr>
            <p:cNvSpPr/>
            <p:nvPr/>
          </p:nvSpPr>
          <p:spPr>
            <a:xfrm>
              <a:off x="3401568" y="1028704"/>
              <a:ext cx="2438400" cy="94488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##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Organizations with Restrictions</a:t>
              </a:r>
            </a:p>
          </p:txBody>
        </p:sp>
        <p:sp>
          <p:nvSpPr>
            <p:cNvPr id="9" name="Rectangle 8">
              <a:extLst>
                <a:ext uri="{FF2B5EF4-FFF2-40B4-BE49-F238E27FC236}">
                  <a16:creationId xmlns:a16="http://schemas.microsoft.com/office/drawing/2014/main" id="{18D6F944-C49F-DDCB-4CF5-2BB0A18E32B7}"/>
                </a:ext>
              </a:extLst>
            </p:cNvPr>
            <p:cNvSpPr/>
            <p:nvPr/>
          </p:nvSpPr>
          <p:spPr>
            <a:xfrm>
              <a:off x="3401568" y="4411977"/>
              <a:ext cx="2438400" cy="944880"/>
            </a:xfrm>
            <a:prstGeom prst="rect">
              <a:avLst/>
            </a:prstGeom>
            <a:solidFill>
              <a:srgbClr val="FFFF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##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Possible Duplicate Organizations</a:t>
              </a:r>
            </a:p>
          </p:txBody>
        </p:sp>
        <p:sp>
          <p:nvSpPr>
            <p:cNvPr id="10" name="Rectangle 9">
              <a:extLst>
                <a:ext uri="{FF2B5EF4-FFF2-40B4-BE49-F238E27FC236}">
                  <a16:creationId xmlns:a16="http://schemas.microsoft.com/office/drawing/2014/main" id="{8051C281-C6D9-95E2-99D7-1E22D6EEC7E3}"/>
                </a:ext>
              </a:extLst>
            </p:cNvPr>
            <p:cNvSpPr/>
            <p:nvPr/>
          </p:nvSpPr>
          <p:spPr>
            <a:xfrm>
              <a:off x="6339842" y="986032"/>
              <a:ext cx="2438400" cy="94488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>
                  <a:solidFill>
                    <a:schemeClr val="tx1"/>
                  </a:solidFill>
                </a:rPr>
                <a:t>##</a:t>
              </a:r>
            </a:p>
            <a:p>
              <a:pPr algn="ctr"/>
              <a:r>
                <a:rPr lang="en-US" dirty="0">
                  <a:solidFill>
                    <a:schemeClr val="tx1"/>
                  </a:solidFill>
                </a:rPr>
                <a:t>Event with Image Issues</a:t>
              </a:r>
            </a:p>
          </p:txBody>
        </p:sp>
        <p:sp>
          <p:nvSpPr>
            <p:cNvPr id="11" name="Rectangle 10">
              <a:extLst>
                <a:ext uri="{FF2B5EF4-FFF2-40B4-BE49-F238E27FC236}">
                  <a16:creationId xmlns:a16="http://schemas.microsoft.com/office/drawing/2014/main" id="{23FECD33-A6BE-5A24-F09E-03178A14490E}"/>
                </a:ext>
              </a:extLst>
            </p:cNvPr>
            <p:cNvSpPr/>
            <p:nvPr/>
          </p:nvSpPr>
          <p:spPr>
            <a:xfrm>
              <a:off x="3401568" y="3320800"/>
              <a:ext cx="2438400" cy="94488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dirty="0"/>
                <a:t>Rejected Organization</a:t>
              </a:r>
            </a:p>
          </p:txBody>
        </p:sp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8ED38E18-560F-05A5-2012-C55EE75F0220}"/>
                </a:ext>
              </a:extLst>
            </p:cNvPr>
            <p:cNvSpPr/>
            <p:nvPr/>
          </p:nvSpPr>
          <p:spPr>
            <a:xfrm>
              <a:off x="3401568" y="2174752"/>
              <a:ext cx="2438400" cy="944880"/>
            </a:xfrm>
            <a:prstGeom prst="rect">
              <a:avLst/>
            </a:prstGeom>
            <a:solidFill>
              <a:srgbClr val="C00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dirty="0"/>
                <a:t>Rejected by </a:t>
              </a:r>
              <a:r>
                <a:rPr lang="en-US" dirty="0" err="1"/>
                <a:t>MIssion</a:t>
              </a:r>
              <a:endParaRPr lang="en-US" dirty="0"/>
            </a:p>
          </p:txBody>
        </p:sp>
        <p:sp>
          <p:nvSpPr>
            <p:cNvPr id="13" name="Rectangle 12">
              <a:extLst>
                <a:ext uri="{FF2B5EF4-FFF2-40B4-BE49-F238E27FC236}">
                  <a16:creationId xmlns:a16="http://schemas.microsoft.com/office/drawing/2014/main" id="{32CC4065-B99D-61D2-7E03-2DDCD07957F0}"/>
                </a:ext>
              </a:extLst>
            </p:cNvPr>
            <p:cNvSpPr/>
            <p:nvPr/>
          </p:nvSpPr>
          <p:spPr>
            <a:xfrm>
              <a:off x="599440" y="3320800"/>
              <a:ext cx="2438400" cy="1225298"/>
            </a:xfrm>
            <a:prstGeom prst="rect">
              <a:avLst/>
            </a:prstGeom>
            <a:solidFill>
              <a:srgbClr val="FFC00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sz="1600" dirty="0"/>
                <a:t>Permission Requested (Pending Org Response)</a:t>
              </a:r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C076E87-0FF9-21A1-A112-EBC5790675E1}"/>
                </a:ext>
              </a:extLst>
            </p:cNvPr>
            <p:cNvSpPr/>
            <p:nvPr/>
          </p:nvSpPr>
          <p:spPr>
            <a:xfrm>
              <a:off x="599440" y="6015232"/>
              <a:ext cx="2438400" cy="944880"/>
            </a:xfrm>
            <a:prstGeom prst="rect">
              <a:avLst/>
            </a:prstGeom>
            <a:solidFill>
              <a:srgbClr val="00B050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dirty="0"/>
                <a:t>Live (Scraping Active)</a:t>
              </a:r>
            </a:p>
          </p:txBody>
        </p:sp>
        <p:sp>
          <p:nvSpPr>
            <p:cNvPr id="15" name="Rectangle 14">
              <a:extLst>
                <a:ext uri="{FF2B5EF4-FFF2-40B4-BE49-F238E27FC236}">
                  <a16:creationId xmlns:a16="http://schemas.microsoft.com/office/drawing/2014/main" id="{2D340562-BDDD-96F8-1ADE-A3E6AF0D45CD}"/>
                </a:ext>
              </a:extLst>
            </p:cNvPr>
            <p:cNvSpPr/>
            <p:nvPr/>
          </p:nvSpPr>
          <p:spPr>
            <a:xfrm>
              <a:off x="9611364" y="205744"/>
              <a:ext cx="2438400" cy="621792"/>
            </a:xfrm>
            <a:prstGeom prst="rect">
              <a:avLst/>
            </a:prstGeom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dirty="0"/>
                <a:t>Contacts</a:t>
              </a:r>
            </a:p>
          </p:txBody>
        </p:sp>
        <p:sp>
          <p:nvSpPr>
            <p:cNvPr id="20" name="Rectangle 19">
              <a:extLst>
                <a:ext uri="{FF2B5EF4-FFF2-40B4-BE49-F238E27FC236}">
                  <a16:creationId xmlns:a16="http://schemas.microsoft.com/office/drawing/2014/main" id="{8826A6E2-51EA-A6E6-8839-E75D2AE4B188}"/>
                </a:ext>
              </a:extLst>
            </p:cNvPr>
            <p:cNvSpPr/>
            <p:nvPr/>
          </p:nvSpPr>
          <p:spPr>
            <a:xfrm>
              <a:off x="629920" y="4668016"/>
              <a:ext cx="2438400" cy="1225298"/>
            </a:xfrm>
            <a:prstGeom prst="rect">
              <a:avLst/>
            </a:prstGeom>
            <a:solidFill>
              <a:schemeClr val="accent6">
                <a:lumMod val="50000"/>
              </a:schemeClr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dirty="0"/>
                <a:t>##</a:t>
              </a:r>
            </a:p>
            <a:p>
              <a:pPr algn="ctr"/>
              <a:r>
                <a:rPr lang="en-US" sz="1600" dirty="0"/>
                <a:t>Permission Granted (Not Live)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40688055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1001</TotalTime>
  <Words>63</Words>
  <Application>Microsoft Office PowerPoint</Application>
  <PresentationFormat>Widescreen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Matthew Taylor</dc:creator>
  <cp:lastModifiedBy>Matthew Taylor</cp:lastModifiedBy>
  <cp:revision>1</cp:revision>
  <dcterms:created xsi:type="dcterms:W3CDTF">2026-01-24T21:38:57Z</dcterms:created>
  <dcterms:modified xsi:type="dcterms:W3CDTF">2026-01-25T14:20:38Z</dcterms:modified>
</cp:coreProperties>
</file>