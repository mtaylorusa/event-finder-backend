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1" autoAdjust="0"/>
    <p:restoredTop sz="94660"/>
  </p:normalViewPr>
  <p:slideViewPr>
    <p:cSldViewPr snapToGrid="0">
      <p:cViewPr>
        <p:scale>
          <a:sx n="75" d="100"/>
          <a:sy n="75" d="100"/>
        </p:scale>
        <p:origin x="2189" y="-15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EB10-D21C-49B8-A5D6-9230FCB12CE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5A23-FDDF-4DD2-A642-3979C0513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47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EB10-D21C-49B8-A5D6-9230FCB12CE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5A23-FDDF-4DD2-A642-3979C0513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63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EB10-D21C-49B8-A5D6-9230FCB12CE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5A23-FDDF-4DD2-A642-3979C0513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74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EB10-D21C-49B8-A5D6-9230FCB12CE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5A23-FDDF-4DD2-A642-3979C0513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05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EB10-D21C-49B8-A5D6-9230FCB12CE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5A23-FDDF-4DD2-A642-3979C0513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63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EB10-D21C-49B8-A5D6-9230FCB12CE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5A23-FDDF-4DD2-A642-3979C0513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82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EB10-D21C-49B8-A5D6-9230FCB12CE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5A23-FDDF-4DD2-A642-3979C0513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86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EB10-D21C-49B8-A5D6-9230FCB12CE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5A23-FDDF-4DD2-A642-3979C0513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454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EB10-D21C-49B8-A5D6-9230FCB12CE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5A23-FDDF-4DD2-A642-3979C0513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85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EB10-D21C-49B8-A5D6-9230FCB12CE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5A23-FDDF-4DD2-A642-3979C0513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803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EB10-D21C-49B8-A5D6-9230FCB12CE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5A23-FDDF-4DD2-A642-3979C0513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799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0BEB10-D21C-49B8-A5D6-9230FCB12CE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B25A23-FDDF-4DD2-A642-3979C0513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46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12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2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B01EB4A3-F83C-A2FF-B1F7-E32CAE979FFE}"/>
              </a:ext>
            </a:extLst>
          </p:cNvPr>
          <p:cNvGrpSpPr/>
          <p:nvPr/>
        </p:nvGrpSpPr>
        <p:grpSpPr>
          <a:xfrm>
            <a:off x="828828" y="4187239"/>
            <a:ext cx="5067680" cy="4020454"/>
            <a:chOff x="1473473" y="35647"/>
            <a:chExt cx="9009208" cy="714747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A5C08CC-04FF-0ADF-5D26-FA4343618C2A}"/>
                </a:ext>
              </a:extLst>
            </p:cNvPr>
            <p:cNvSpPr/>
            <p:nvPr/>
          </p:nvSpPr>
          <p:spPr>
            <a:xfrm>
              <a:off x="1611241" y="3287776"/>
              <a:ext cx="2771783" cy="1767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41EC71E-808B-1F76-9E5C-6E6DA1038616}"/>
                </a:ext>
              </a:extLst>
            </p:cNvPr>
            <p:cNvGrpSpPr/>
            <p:nvPr/>
          </p:nvGrpSpPr>
          <p:grpSpPr>
            <a:xfrm>
              <a:off x="1542153" y="2335240"/>
              <a:ext cx="4005207" cy="1169960"/>
              <a:chOff x="1562473" y="2304760"/>
              <a:chExt cx="4005207" cy="116996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4EF932C-DA75-6322-D5A3-B7889A071AB5}"/>
                  </a:ext>
                </a:extLst>
              </p:cNvPr>
              <p:cNvSpPr/>
              <p:nvPr/>
            </p:nvSpPr>
            <p:spPr>
              <a:xfrm>
                <a:off x="1562473" y="2314920"/>
                <a:ext cx="4005207" cy="1159800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F3578B75-EFC6-B4C8-6CE5-D79AE62B8ADA}"/>
                  </a:ext>
                </a:extLst>
              </p:cNvPr>
              <p:cNvGrpSpPr/>
              <p:nvPr/>
            </p:nvGrpSpPr>
            <p:grpSpPr>
              <a:xfrm>
                <a:off x="1632915" y="2304760"/>
                <a:ext cx="2863223" cy="1072392"/>
                <a:chOff x="1611241" y="1711416"/>
                <a:chExt cx="2863223" cy="1072392"/>
              </a:xfrm>
            </p:grpSpPr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09067681-417A-B58F-5DC3-83A6C12C77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611241" y="1711416"/>
                  <a:ext cx="2863223" cy="502320"/>
                </a:xfrm>
                <a:prstGeom prst="rect">
                  <a:avLst/>
                </a:prstGeom>
              </p:spPr>
            </p:pic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2AAA20D8-C97A-E187-362C-6E5269C363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70214" y="2074655"/>
                  <a:ext cx="1329018" cy="254077"/>
                </a:xfrm>
                <a:prstGeom prst="rect">
                  <a:avLst/>
                </a:prstGeom>
              </p:spPr>
            </p:pic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211C3C9A-EC0C-89DE-47F0-DE2B1A23B5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677835" y="2273572"/>
                  <a:ext cx="1662773" cy="276107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88C69502-44C3-3E52-8281-F710183031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70214" y="2491627"/>
                  <a:ext cx="1670394" cy="292181"/>
                </a:xfrm>
                <a:prstGeom prst="rect">
                  <a:avLst/>
                </a:prstGeom>
              </p:spPr>
            </p:pic>
          </p:grp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16F8541-30AD-AAC9-D093-0D005EEA41A9}"/>
                </a:ext>
              </a:extLst>
            </p:cNvPr>
            <p:cNvSpPr/>
            <p:nvPr/>
          </p:nvSpPr>
          <p:spPr>
            <a:xfrm>
              <a:off x="5846335" y="2304760"/>
              <a:ext cx="4005207" cy="8366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675" dirty="0">
                  <a:solidFill>
                    <a:schemeClr val="bg1">
                      <a:lumMod val="50000"/>
                    </a:schemeClr>
                  </a:solidFill>
                </a:rPr>
                <a:t>Relevant Contacts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E58ABCD-0089-73B3-BEB6-9FE995AD2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35783" y="2727069"/>
              <a:ext cx="1703081" cy="160021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87B7EB8-73F0-F86C-A67C-1D7BFEFA7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35783" y="2515024"/>
              <a:ext cx="2060570" cy="201777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AEAFFC3-D944-8292-973E-B3C9569DE706}"/>
                </a:ext>
              </a:extLst>
            </p:cNvPr>
            <p:cNvGrpSpPr/>
            <p:nvPr/>
          </p:nvGrpSpPr>
          <p:grpSpPr>
            <a:xfrm>
              <a:off x="1562473" y="4829637"/>
              <a:ext cx="8851528" cy="2353483"/>
              <a:chOff x="1562473" y="2980517"/>
              <a:chExt cx="8851528" cy="2353483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A367F19-8D32-3FB6-0E74-0507BFC12EBF}"/>
                  </a:ext>
                </a:extLst>
              </p:cNvPr>
              <p:cNvSpPr/>
              <p:nvPr/>
            </p:nvSpPr>
            <p:spPr>
              <a:xfrm>
                <a:off x="1562473" y="2980517"/>
                <a:ext cx="8851528" cy="23534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en-US" sz="675" dirty="0">
                    <a:solidFill>
                      <a:schemeClr val="bg1">
                        <a:lumMod val="50000"/>
                      </a:schemeClr>
                    </a:solidFill>
                  </a:rPr>
                  <a:t>Scanning and Scraping History</a:t>
                </a:r>
              </a:p>
              <a:p>
                <a:r>
                  <a:rPr lang="en-US" sz="675" dirty="0">
                    <a:solidFill>
                      <a:schemeClr val="bg1">
                        <a:lumMod val="50000"/>
                      </a:schemeClr>
                    </a:solidFill>
                  </a:rPr>
                  <a:t>Date:</a:t>
                </a:r>
              </a:p>
              <a:p>
                <a:endParaRPr lang="en-US" sz="675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endParaRPr lang="en-US" sz="675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endParaRPr lang="en-US" sz="675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endParaRPr lang="en-US" sz="675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endParaRPr lang="en-US" sz="675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endParaRPr lang="en-US" sz="675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endParaRPr lang="en-US" sz="675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endParaRPr lang="en-US" sz="675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endParaRPr lang="en-US" sz="675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r>
                  <a:rPr lang="en-US" sz="675" dirty="0">
                    <a:solidFill>
                      <a:schemeClr val="bg1">
                        <a:lumMod val="50000"/>
                      </a:schemeClr>
                    </a:solidFill>
                  </a:rPr>
                  <a:t>Scroll down to see more</a:t>
                </a: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8D0AAF84-8390-4DD9-87B1-14D1325C67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90950" y="3253231"/>
                <a:ext cx="8301129" cy="831466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FF9FDB3B-A02D-6F2C-9E6A-FDFD9C42A7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90951" y="4084697"/>
                <a:ext cx="8301128" cy="853514"/>
              </a:xfrm>
              <a:prstGeom prst="rect">
                <a:avLst/>
              </a:prstGeom>
            </p:spPr>
          </p:pic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2F51916-68DF-C74F-96E9-3B309272F54B}"/>
                </a:ext>
              </a:extLst>
            </p:cNvPr>
            <p:cNvSpPr/>
            <p:nvPr/>
          </p:nvSpPr>
          <p:spPr>
            <a:xfrm>
              <a:off x="6664960" y="731520"/>
              <a:ext cx="1127760" cy="254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E5795CE-E265-A699-4A59-BC8D8E3143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562474" y="3503767"/>
              <a:ext cx="8851528" cy="609653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FBA8A2CC-2C83-C85E-509B-7EC090241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473473" y="35647"/>
              <a:ext cx="8940528" cy="2286989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0576353-B378-F9C6-A531-58B2EB2C2648}"/>
                </a:ext>
              </a:extLst>
            </p:cNvPr>
            <p:cNvSpPr/>
            <p:nvPr/>
          </p:nvSpPr>
          <p:spPr>
            <a:xfrm>
              <a:off x="1542153" y="3573664"/>
              <a:ext cx="8940528" cy="1158405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en-US" sz="675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FF00A5E-DC8B-84E1-C94E-E120B9E682E9}"/>
                </a:ext>
              </a:extLst>
            </p:cNvPr>
            <p:cNvSpPr txBox="1"/>
            <p:nvPr/>
          </p:nvSpPr>
          <p:spPr>
            <a:xfrm>
              <a:off x="1562472" y="4023360"/>
              <a:ext cx="8851528" cy="5334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75" dirty="0"/>
                <a:t>Date: YYYY/MM/DD</a:t>
              </a:r>
            </a:p>
            <a:p>
              <a:r>
                <a:rPr lang="en-US" sz="675" dirty="0"/>
                <a:t>Email:  Text – blah blah blah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3762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EDE80-2B2B-E88B-4976-7D3C39D1B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C61BD3FD-B3C8-C9F3-BAB0-5F9AD3954312}"/>
              </a:ext>
            </a:extLst>
          </p:cNvPr>
          <p:cNvGrpSpPr/>
          <p:nvPr/>
        </p:nvGrpSpPr>
        <p:grpSpPr>
          <a:xfrm>
            <a:off x="798212" y="4236116"/>
            <a:ext cx="5029047" cy="5853336"/>
            <a:chOff x="1419044" y="79190"/>
            <a:chExt cx="8940528" cy="1040593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AE81319-79EA-86DB-629C-95A327D3D314}"/>
                </a:ext>
              </a:extLst>
            </p:cNvPr>
            <p:cNvGrpSpPr/>
            <p:nvPr/>
          </p:nvGrpSpPr>
          <p:grpSpPr>
            <a:xfrm>
              <a:off x="1419044" y="79190"/>
              <a:ext cx="8940528" cy="6507660"/>
              <a:chOff x="1473473" y="35647"/>
              <a:chExt cx="8940528" cy="6507660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A8593D6A-4583-8B6C-C28B-8F224CC58971}"/>
                  </a:ext>
                </a:extLst>
              </p:cNvPr>
              <p:cNvGrpSpPr/>
              <p:nvPr/>
            </p:nvGrpSpPr>
            <p:grpSpPr>
              <a:xfrm>
                <a:off x="1626750" y="2322637"/>
                <a:ext cx="8787251" cy="4220670"/>
                <a:chOff x="1626750" y="473517"/>
                <a:chExt cx="8787251" cy="4220670"/>
              </a:xfrm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F00B4B01-6D72-AC96-83C9-AFA3FDBD5F6A}"/>
                    </a:ext>
                  </a:extLst>
                </p:cNvPr>
                <p:cNvSpPr/>
                <p:nvPr/>
              </p:nvSpPr>
              <p:spPr>
                <a:xfrm>
                  <a:off x="1626750" y="473517"/>
                  <a:ext cx="8787251" cy="42206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 anchorCtr="0"/>
                <a:lstStyle/>
                <a:p>
                  <a:r>
                    <a:rPr lang="en-US" sz="675" dirty="0">
                      <a:solidFill>
                        <a:schemeClr val="bg1">
                          <a:lumMod val="50000"/>
                        </a:schemeClr>
                      </a:solidFill>
                    </a:rPr>
                    <a:t>Scanning and Scraping History</a:t>
                  </a:r>
                </a:p>
                <a:p>
                  <a:r>
                    <a:rPr lang="en-US" sz="675" dirty="0">
                      <a:solidFill>
                        <a:schemeClr val="bg1">
                          <a:lumMod val="50000"/>
                        </a:schemeClr>
                      </a:solidFill>
                    </a:rPr>
                    <a:t>    Date: 25 January 2026 TIME</a:t>
                  </a:r>
                </a:p>
                <a:p>
                  <a:r>
                    <a:rPr lang="en-US" sz="675" dirty="0">
                      <a:solidFill>
                        <a:schemeClr val="bg1">
                          <a:lumMod val="50000"/>
                        </a:schemeClr>
                      </a:solidFill>
                    </a:rPr>
                    <a:t>         Scan Type: Manual</a:t>
                  </a:r>
                </a:p>
                <a:p>
                  <a:endParaRPr lang="en-US" sz="675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  <a:p>
                  <a:endParaRPr lang="en-US" sz="675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  <a:p>
                  <a:endParaRPr lang="en-US" sz="675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  <a:p>
                  <a:endParaRPr lang="en-US" sz="675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  <a:p>
                  <a:endParaRPr lang="en-US" sz="675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  <a:p>
                  <a:endParaRPr lang="en-US" sz="675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  <a:p>
                  <a:endParaRPr lang="en-US" sz="675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  <a:p>
                  <a:endParaRPr lang="en-US" sz="675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  <a:p>
                  <a:endParaRPr lang="en-US" sz="675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  <a:p>
                  <a:endParaRPr lang="en-US" sz="675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  <a:p>
                  <a:endParaRPr lang="en-US" sz="675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  <a:p>
                  <a:endParaRPr lang="en-US" sz="675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  <a:p>
                  <a:endParaRPr lang="en-US" sz="675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  <a:p>
                  <a:endParaRPr lang="en-US" sz="675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  <a:p>
                  <a:endParaRPr lang="en-US" sz="675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  <a:p>
                  <a:endParaRPr lang="en-US" sz="675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  <a:p>
                  <a:endParaRPr lang="en-US" sz="675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  <a:p>
                  <a:endParaRPr lang="en-US" sz="675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pic>
              <p:nvPicPr>
                <p:cNvPr id="34" name="Picture 33">
                  <a:extLst>
                    <a:ext uri="{FF2B5EF4-FFF2-40B4-BE49-F238E27FC236}">
                      <a16:creationId xmlns:a16="http://schemas.microsoft.com/office/drawing/2014/main" id="{7325218E-E2B5-FAA4-CFA2-AF787690C1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131386" y="3156640"/>
                  <a:ext cx="7968415" cy="853515"/>
                </a:xfrm>
                <a:prstGeom prst="rect">
                  <a:avLst/>
                </a:prstGeom>
              </p:spPr>
            </p:pic>
          </p:grp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37FF7B17-60E5-457C-76A4-5482BF565F71}"/>
                  </a:ext>
                </a:extLst>
              </p:cNvPr>
              <p:cNvSpPr/>
              <p:nvPr/>
            </p:nvSpPr>
            <p:spPr>
              <a:xfrm>
                <a:off x="6664960" y="731520"/>
                <a:ext cx="1127760" cy="254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ED495DB8-D9C4-96C1-2D6C-CFFE479A36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73473" y="35647"/>
                <a:ext cx="8940528" cy="2286989"/>
              </a:xfrm>
              <a:prstGeom prst="rect">
                <a:avLst/>
              </a:prstGeom>
            </p:spPr>
          </p:pic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3BF03A8-2630-2022-B96A-DFAE572B7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39650" y="4639629"/>
              <a:ext cx="1837435" cy="321399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8D27AC5-D629-E910-4CDA-F7FE73A8C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60303" y="4993060"/>
              <a:ext cx="228620" cy="281964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D8A0742-201C-4393-56E8-19E5C41522B0}"/>
                </a:ext>
              </a:extLst>
            </p:cNvPr>
            <p:cNvSpPr/>
            <p:nvPr/>
          </p:nvSpPr>
          <p:spPr>
            <a:xfrm>
              <a:off x="1572321" y="6586849"/>
              <a:ext cx="8787251" cy="38982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675" dirty="0">
                  <a:solidFill>
                    <a:schemeClr val="bg1">
                      <a:lumMod val="50000"/>
                    </a:schemeClr>
                  </a:solidFill>
                </a:rPr>
                <a:t>Date: 19 January 2026 TIME</a:t>
              </a:r>
            </a:p>
            <a:p>
              <a:r>
                <a:rPr lang="en-US" sz="675" dirty="0">
                  <a:solidFill>
                    <a:schemeClr val="bg1">
                      <a:lumMod val="50000"/>
                    </a:schemeClr>
                  </a:solidFill>
                </a:rPr>
                <a:t>         Scan Type: Pre-Scrap</a:t>
              </a:r>
            </a:p>
            <a:p>
              <a:endParaRPr lang="en-US" sz="675" dirty="0">
                <a:solidFill>
                  <a:schemeClr val="bg1">
                    <a:lumMod val="50000"/>
                  </a:schemeClr>
                </a:solidFill>
              </a:endParaRPr>
            </a:p>
            <a:p>
              <a:endParaRPr lang="en-US" sz="675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707281C-BE56-A4F8-A5EF-EC1D1BAAAFE1}"/>
                </a:ext>
              </a:extLst>
            </p:cNvPr>
            <p:cNvGrpSpPr/>
            <p:nvPr/>
          </p:nvGrpSpPr>
          <p:grpSpPr>
            <a:xfrm>
              <a:off x="1831388" y="8744643"/>
              <a:ext cx="1671434" cy="556900"/>
              <a:chOff x="1831388" y="8744643"/>
              <a:chExt cx="1671434" cy="556900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96819CF2-2772-76D1-2A96-32FB79257C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31388" y="9025436"/>
                <a:ext cx="1662772" cy="276107"/>
              </a:xfrm>
              <a:prstGeom prst="rect">
                <a:avLst/>
              </a:prstGeom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BAEFC46A-CDE5-1682-D59A-0B0EB62BB0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32428" y="8744643"/>
                <a:ext cx="1670394" cy="292182"/>
              </a:xfrm>
              <a:prstGeom prst="rect">
                <a:avLst/>
              </a:prstGeom>
            </p:spPr>
          </p:pic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7F49807-226A-EB43-C541-61A92B438D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54395" y="4989216"/>
              <a:ext cx="1662773" cy="276107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35B2E3F-9A12-084D-1840-0390CEEC62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8288" y="5893404"/>
            <a:ext cx="4669386" cy="467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17F527-8030-87F0-8B63-CFD4585342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6449" y="6287094"/>
            <a:ext cx="1385285" cy="1834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192DFB-2D70-AC1C-382F-662BFA534C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6449" y="6437087"/>
            <a:ext cx="1432451" cy="1779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3761E7-6B19-DE1B-B005-D4ACE2AF07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8177" y="6605754"/>
            <a:ext cx="1547873" cy="17244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4C492786-0FF6-E599-46F3-C0744B3380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6448" y="5926936"/>
            <a:ext cx="1173372" cy="14291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B1A007-9F38-CD86-399A-35EE4DC4AA2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4064" y="6026612"/>
            <a:ext cx="4553195" cy="26735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7EF0AF33-C270-E0BF-33AA-731B8FAF19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243" y="8141325"/>
            <a:ext cx="4669386" cy="4677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A8D7491-C895-617D-89A2-43355B8780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404" y="8535015"/>
            <a:ext cx="1385285" cy="183404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98173D0B-836D-D2D9-2D7D-16F4A47778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404" y="8685008"/>
            <a:ext cx="1432451" cy="177993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599BECEF-1DB8-CF05-020D-2BD518ABBB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9132" y="8853675"/>
            <a:ext cx="1547873" cy="172442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B8467773-48F1-5E60-35EF-7C4D617D219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7403" y="8174857"/>
            <a:ext cx="1173372" cy="142918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54F54AF5-22E3-FF70-CFBF-53F2EC8DEFF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5019" y="8274533"/>
            <a:ext cx="4553195" cy="26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07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54</Words>
  <Application>Microsoft Office PowerPoint</Application>
  <PresentationFormat>Widescreen</PresentationFormat>
  <Paragraphs>36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Taylor</dc:creator>
  <cp:lastModifiedBy>Matthew Taylor</cp:lastModifiedBy>
  <cp:revision>4</cp:revision>
  <dcterms:created xsi:type="dcterms:W3CDTF">2026-01-25T21:17:42Z</dcterms:created>
  <dcterms:modified xsi:type="dcterms:W3CDTF">2026-01-26T17:29:00Z</dcterms:modified>
</cp:coreProperties>
</file>